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60" r:id="rId5"/>
  </p:sldMasterIdLst>
  <p:sldIdLst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12192000"/>
  <p:defaultTextStyle>
    <a:lvl1pPr marL="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1pPr>
    <a:lvl2pPr marL="457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2pPr>
    <a:lvl3pPr marL="914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3pPr>
    <a:lvl4pPr marL="1371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4pPr>
    <a:lvl5pPr marL="18288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5pPr>
    <a:lvl6pPr marL="22860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6pPr>
    <a:lvl7pPr marL="27432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7pPr>
    <a:lvl8pPr marL="32004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8pPr>
    <a:lvl9pPr marL="3657600" marR="0" indent="0" algn="l" defTabSz="4572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Calibri" pitchFamily="2" charset="0"/>
        <a:ea typeface="SimSun" pitchFamily="0" charset="0"/>
        <a:cs typeface="Times New Roman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83233758" val="1224" revOS="4"/>
      <pr:smFileRevision xmlns:pr="smNativeData" xmlns="smNativeData" dt="1783233758" val="101"/>
      <pr:guideOptions xmlns:pr="smNativeData" xmlns="smNativeData" dt="1783233758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60" d="100"/>
          <a:sy n="60" d="100"/>
        </p:scale>
        <p:origin x="421" y="210"/>
      </p:cViewPr>
      <p:guideLst x="0" y="0"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3" d="100"/>
        <a:sy n="13" d="100"/>
      </p:scale>
      <p:origin x="0" y="0"/>
    </p:cViewPr>
  </p:sorterViewPr>
  <p:notesViewPr>
    <p:cSldViewPr snapToObjects="1" showGuides="1">
      <p:cViewPr>
        <p:scale>
          <a:sx n="60" d="100"/>
          <a:sy n="60" d="100"/>
        </p:scale>
        <p:origin x="421" y="210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>
  <p:cSld name="Title slide">
    <p:bg>
      <p:bgPr>
        <a:blipFill>
          <a:blip r:embed="rId2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AUAABoNAABgRQAAJhYAABAAAAAmAAAACAAAAAEAAAAAAAAA"/>
              </a:ext>
            </a:extLst>
          </p:cNvSpPr>
          <p:nvPr>
            <p:ph type="ctrTitle"/>
          </p:nvPr>
        </p:nvSpPr>
        <p:spPr>
          <a:xfrm>
            <a:off x="914400" y="2129790"/>
            <a:ext cx="10363200" cy="1470660"/>
          </a:xfrm>
        </p:spPr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Sub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QAsAAOgXAADAPwAAsCIAABAAAAAmAAAACAAAAAGAAAAAAAAA"/>
              </a:ext>
            </a:extLst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/>
            <a:r>
              <a:t>Click to edit Master subtitle style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AEAA-E498-CB58-D626-120DE0682047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kA+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CFDB-9598-CB39-D626-636C81682036}" type="slidenum">
              <a:t>{Nr.}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BARwAAsCU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c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A426-6898-CB52-D626-9E07EA6820CB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B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8137-7998-CB77-D626-8F22CF6820DA}" type="slidenum">
              <a:t>{Nr.}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7QUAABwbAACtRQAAfSMAABAAAAAmAAAACAAAAIGAAAAAAAAA"/>
              </a:ext>
            </a:extLst>
          </p:cNvSpPr>
          <p:nvPr>
            <p:ph type="title"/>
          </p:nvPr>
        </p:nvSpPr>
        <p:spPr>
          <a:xfrm>
            <a:off x="963295" y="4406900"/>
            <a:ext cx="10363200" cy="1362075"/>
          </a:xfrm>
        </p:spPr>
        <p:txBody>
          <a:bodyPr vert="horz" wrap="square" numCol="1" spcCol="215900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+N/40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7QUAAOERAACtRQAAHBsAABAAAAAmAAAACAAAAIGAAAAAAAAA"/>
              </a:ext>
            </a:extLst>
          </p:cNvSpPr>
          <p:nvPr>
            <p:ph idx="1"/>
          </p:nvPr>
        </p:nvSpPr>
        <p:spPr>
          <a:xfrm>
            <a:off x="963295" y="2906395"/>
            <a:ext cx="10363200" cy="1500505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AB6A-2498-CB5D-D626-D208E5682087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0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JsJ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A1F0-BE98-CB57-D626-4802EF68201D}" type="slidenum">
              <a:t>{Nr.}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ColTx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0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DgJAAAsCUAABAAAAAmAAAACAAAAAGAAAAAAAAA"/>
              </a:ext>
            </a:extLst>
          </p:cNvSpPr>
          <p:nvPr>
            <p:ph idx="1"/>
          </p:nvPr>
        </p:nvSpPr>
        <p:spPr>
          <a:xfrm>
            <a:off x="609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Mz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ICYAANgJAABARwAAsCUAABAAAAAmAAAACAAAAAGAAAAAAAAA"/>
              </a:ext>
            </a:extLst>
          </p:cNvSpPr>
          <p:nvPr>
            <p:ph idx="2"/>
          </p:nvPr>
        </p:nvSpPr>
        <p:spPr>
          <a:xfrm>
            <a:off x="6197600" y="1600200"/>
            <a:ext cx="5384800" cy="4526280"/>
          </a:xfrm>
        </p:spPr>
        <p:txBody>
          <a:bodyPr/>
          <a:lstStyle>
            <a:lvl1pPr>
              <a:defRPr sz="2800" cap="none"/>
            </a:lvl1pPr>
            <a:lvl2pPr>
              <a:defRPr sz="2400" cap="none"/>
            </a:lvl2pPr>
            <a:lvl3pPr>
              <a:defRPr sz="2000" cap="none"/>
            </a:lvl3pPr>
            <a:lvl4pPr>
              <a:defRPr sz="1800" cap="none"/>
            </a:lvl4pPr>
            <a:lvl5pPr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4M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E26C-2298-CB14-D626-D441AC682081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U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o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9392-DC98-CB65-D626-2A30DD68207F}" type="slidenum">
              <a:t>{Nr.}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3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A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HEJAADiJAAAYQ0AABAAAAAmAAAACAAAAIGAAAAAAAAA"/>
              </a:ext>
            </a:extLst>
          </p:cNvSpPr>
          <p:nvPr>
            <p:ph idx="1"/>
          </p:nvPr>
        </p:nvSpPr>
        <p:spPr>
          <a:xfrm>
            <a:off x="609600" y="1534795"/>
            <a:ext cx="5386070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GENAADiJAAAsCUAABAAAAAmAAAACAAAAAGAAAAAAAAA"/>
              </a:ext>
            </a:extLst>
          </p:cNvSpPr>
          <p:nvPr>
            <p:ph idx="2"/>
          </p:nvPr>
        </p:nvSpPr>
        <p:spPr>
          <a:xfrm>
            <a:off x="609600" y="2174875"/>
            <a:ext cx="5386070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SlideText2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HSYAAHEJAABARwAAYQ0AABAAAAAmAAAACAAAAIGAAAAAAAAA"/>
              </a:ext>
            </a:extLst>
          </p:cNvSpPr>
          <p:nvPr>
            <p:ph idx="3"/>
          </p:nvPr>
        </p:nvSpPr>
        <p:spPr>
          <a:xfrm>
            <a:off x="6195695" y="1534795"/>
            <a:ext cx="5386705" cy="64008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6" name="SlideText4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Y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HSYAAGENAABARwAAsCUAABAAAAAmAAAACAAAAAGAAAAAAAAA"/>
              </a:ext>
            </a:extLst>
          </p:cNvSpPr>
          <p:nvPr>
            <p:ph idx="4"/>
          </p:nvPr>
        </p:nvSpPr>
        <p:spPr>
          <a:xfrm>
            <a:off x="6195695" y="2174875"/>
            <a:ext cx="5386705" cy="3951605"/>
          </a:xfrm>
        </p:spPr>
        <p:txBody>
          <a:bodyPr/>
          <a:lstStyle>
            <a:lvl1pPr>
              <a:defRPr sz="2400" cap="none"/>
            </a:lvl1pPr>
            <a:lvl2pPr>
              <a:defRPr sz="2000" cap="none"/>
            </a:lvl2pPr>
            <a:lvl3pPr>
              <a:defRPr sz="1800" cap="none"/>
            </a:lvl3pPr>
            <a:lvl4pPr>
              <a:defRPr sz="1600" cap="none"/>
            </a:lvl4pPr>
            <a:lvl5pPr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E37F-3198-CB15-D626-C740AD682092}" type="datetime1">
              <a:t>{Date/Time}</a:t>
            </a:fld>
          </a:p>
        </p:txBody>
      </p:sp>
      <p:sp>
        <p:nvSpPr>
          <p:cNvPr id="8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c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9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F3CC-8298-CB05-D626-7450BD682021}" type="slidenum">
              <a:t>{Nr.}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42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9279-3798-CB64-D626-C131DC682094}" type="datetime1">
              <a:t/>
            </a:fld>
          </a:p>
        </p:txBody>
      </p:sp>
      <p:sp>
        <p:nvSpPr>
          <p:cNvPr id="4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5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D711-5F98-CB21-D626-A974996820FC}" type="slidenum">
              <a:t/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AC9D-D398-CB5A-D626-250FE2682070}" type="datetime1">
              <a:t/>
            </a:fld>
          </a:p>
        </p:txBody>
      </p:sp>
      <p:sp>
        <p:nvSpPr>
          <p:cNvPr id="3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N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/>
            </a:r>
          </a:p>
        </p:txBody>
      </p:sp>
      <p:sp>
        <p:nvSpPr>
          <p:cNvPr id="4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D368-2698-CB25-D626-D0709D682085}" type="slidenum">
              <a:t/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K4BAABtHAAA1AgAABAAAAAmAAAACAAAAIGAAAAAAAAA"/>
              </a:ext>
            </a:extLst>
          </p:cNvSpPr>
          <p:nvPr>
            <p:ph type="title"/>
          </p:nvPr>
        </p:nvSpPr>
        <p:spPr>
          <a:xfrm>
            <a:off x="609600" y="273050"/>
            <a:ext cx="4011295" cy="116205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MIB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Uh0AAK4BAABARwAAsCUAABAAAAAmAAAACAAAAAGAAAAAAAAA"/>
              </a:ext>
            </a:extLst>
          </p:cNvSpPr>
          <p:nvPr>
            <p:ph idx="1"/>
          </p:nvPr>
        </p:nvSpPr>
        <p:spPr>
          <a:xfrm>
            <a:off x="4766310" y="273050"/>
            <a:ext cx="6816090" cy="5853430"/>
          </a:xfrm>
        </p:spPr>
        <p:txBody>
          <a:bodyPr/>
          <a:lstStyle>
            <a:lvl1pPr>
              <a:defRPr sz="3200" cap="none"/>
            </a:lvl1pPr>
            <a:lvl2pPr>
              <a:defRPr sz="2800" cap="none"/>
            </a:lvl2pPr>
            <a:lvl3pPr>
              <a:defRPr sz="2400" cap="none"/>
            </a:lvl3pPr>
            <a:lvl4pPr>
              <a:defRPr sz="2000" cap="none"/>
            </a:lvl4pPr>
            <a:lvl5pPr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IO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QIAABtHAAAsCUAABAAAAAmAAAACAAAAAGAAAAAAAAA"/>
              </a:ext>
            </a:extLst>
          </p:cNvSpPr>
          <p:nvPr>
            <p:ph idx="2"/>
          </p:nvPr>
        </p:nvSpPr>
        <p:spPr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4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AB9E-D098-CB5D-D626-2608E5682073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cq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D1A3-ED98-CB27-D626-1B729F68204E}" type="slidenum">
              <a:t>{Nr.}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C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nQ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sg4AAIgdAACyOwAABCEAABAAAAAmAAAACAAAAIGAAAAAAAAA"/>
              </a:ext>
            </a:extLst>
          </p:cNvSpPr>
          <p:nvPr>
            <p:ph type="title"/>
          </p:nvPr>
        </p:nvSpPr>
        <p:spPr>
          <a:xfrm>
            <a:off x="2388870" y="4800600"/>
            <a:ext cx="7315200" cy="566420"/>
          </a:xfrm>
        </p:spPr>
        <p:txBody>
          <a:bodyPr vert="horz" wrap="square" numCol="1" spcCol="215900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/>
            <a:r>
              <a:t>Click to edit Master title style</a:t>
            </a:r>
          </a:p>
        </p:txBody>
      </p:sp>
      <p:sp>
        <p:nvSpPr>
          <p:cNvPr id="3" name="SlideText2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Fs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sg4AAMYDAACyOwAAFh0AABAAAAAmAAAACAAAAAGAAAAAAAAA"/>
              </a:ext>
            </a:extLst>
          </p:cNvSpPr>
          <p:nvPr>
            <p:ph idx="1"/>
          </p:nvPr>
        </p:nvSpPr>
        <p:spPr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4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wV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sg4AAAQhAACyOwAA+CUAABAAAAAmAAAACAAAAAGAAAAAAAAA"/>
              </a:ext>
            </a:extLst>
          </p:cNvSpPr>
          <p:nvPr>
            <p:ph idx="2"/>
          </p:nvPr>
        </p:nvSpPr>
        <p:spPr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/>
            <a:r>
              <a:t>Click to edit Master text styles</a:t>
            </a:r>
          </a:p>
        </p:txBody>
      </p:sp>
      <p:sp>
        <p:nvSpPr>
          <p:cNvPr id="5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U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D6DE-9098-CB20-D626-667598682033}" type="datetime1">
              <a:t>{Date/Time}</a:t>
            </a:fld>
          </a:p>
        </p:txBody>
      </p:sp>
      <p:sp>
        <p:nvSpPr>
          <p:cNvPr id="6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D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7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gE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CE1F-5198-CB38-D626-A76D806820F2}" type="slidenum">
              <a:t>{Nr.}</a:t>
            </a:fld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Yi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Q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kl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BARwAAsCUAABAAAAAmAAAACAAAAAIAAAAAAAAA"/>
              </a:ext>
            </a:extLst>
          </p:cNvSpPr>
          <p:nvPr>
            <p:ph idx="1"/>
          </p:nvPr>
        </p:nvSpPr>
        <p:spPr/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Eos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DD28-6698-CB2B-D626-907E936820C5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O0k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Jcu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A132-7C98-CB57-D626-8A02EF6820DF}" type="slidenum">
              <a:t>{Nr.}</a:t>
            </a:fld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CAAAAAQ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McG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YDYAALABAABARwAAsCUAABAAAAAmAAAACAAAAIMAAAAAAAAA"/>
              </a:ext>
            </a:extLst>
          </p:cNvSpPr>
          <p:nvPr>
            <p:ph type="title"/>
          </p:nvPr>
        </p:nvSpPr>
        <p:spPr>
          <a:xfrm>
            <a:off x="8839200" y="274320"/>
            <a:ext cx="2743200" cy="5852160"/>
          </a:xfrm>
        </p:spPr>
        <p:txBody>
          <a:bodyPr vert="vert" wrap="square" numCol="1" spcCol="215900" anchor="b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Q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I4n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AgNQAAsCUAABAAAAAmAAAACAAAAAMAAAAAAAAA"/>
              </a:ext>
            </a:extLst>
          </p:cNvSpPr>
          <p:nvPr>
            <p:ph idx="1"/>
          </p:nvPr>
        </p:nvSpPr>
        <p:spPr>
          <a:xfrm>
            <a:off x="609600" y="274320"/>
            <a:ext cx="8026400" cy="5852160"/>
          </a:xfrm>
        </p:spPr>
        <p:txBody>
          <a:bodyPr vert="vert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CM0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AAAAAAAAAAA"/>
              </a:ext>
            </a:extLst>
          </p:cNvSpPr>
          <p:nvPr>
            <p:ph type="dt" sz="quarter" idx="10"/>
          </p:nvPr>
        </p:nvSpPr>
        <p:spPr/>
        <p:txBody>
          <a:bodyPr/>
          <a:lstStyle/>
          <a:p>
            <a:pPr/>
            <a:fld id="{759EAB15-5B98-CB5D-D626-AD08E56820F8}" type="datetime1">
              <a:t>{Date/Time}</a:t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Ggd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/>
            <a:r>
              <a:t>{Footer}</a:t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MX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759EAE38-7698-CB58-D626-800DE06820D5}" type="slidenum">
              <a:t>{Nr.}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 name="Vine">
    <p:bg>
      <p:bgPr>
        <a:blipFill>
          <a:blip r:embed="rId1"/>
          <a:srcRect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ICAgI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BAAAAAmAAAACAAAAP//////////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/>
          <a:p>
            <a:pPr/>
            <a:r>
              <a:t>Click to edit Master title style</a:t>
            </a:r>
          </a:p>
        </p:txBody>
      </p:sp>
      <p:sp>
        <p:nvSpPr>
          <p:cNvPr id="3" name="SlideText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A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P8A/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NgJAABARwAAsCUAABAAAAAmAAAACAAAAP//////////"/>
              </a:ext>
            </a:extLst>
          </p:cNvSpPr>
          <p:nvPr>
            <p:ph type="body" idx="1"/>
          </p:nvPr>
        </p:nvSpPr>
        <p:spPr>
          <a:xfrm>
            <a:off x="609600" y="1600200"/>
            <a:ext cx="10972800" cy="452628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t">
            <a:prstTxWarp prst="textNoShape">
              <a:avLst/>
            </a:prstTxWarp>
          </a:bodyPr>
          <a:lstStyle/>
          <a:p>
            <a:pPr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Time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BsnAABAFQAAWSkAABAAAAAmAAAACAAAAP//////////"/>
              </a:ext>
            </a:extLst>
          </p:cNvSpPr>
          <p:nvPr>
            <p:ph type="dt" sz="quarter" idx="2"/>
          </p:nvPr>
        </p:nvSpPr>
        <p:spPr>
          <a:xfrm>
            <a:off x="609600" y="6356985"/>
            <a:ext cx="2844800" cy="36449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l">
              <a:defRPr sz="1200" cap="none"/>
            </a:lvl1pPr>
          </a:lstStyle>
          <a:p>
            <a:pPr/>
            <a:fld id="{759ED00A-4498-CB26-D626-B2739E6820E7}" type="datetime1">
              <a:t/>
            </a:fld>
          </a:p>
        </p:txBody>
      </p:sp>
      <p:sp>
        <p:nvSpPr>
          <p:cNvPr id="5" name="Foot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KQP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oBkAABsnAABgMQAAWSkAABAAAAAmAAAACAAAAP//////////"/>
              </a:ext>
            </a:extLst>
          </p:cNvSpPr>
          <p:nvPr>
            <p:ph type="ftr" sz="quarter" idx="3"/>
          </p:nvPr>
        </p:nvSpPr>
        <p:spPr>
          <a:xfrm>
            <a:off x="4165600" y="6356985"/>
            <a:ext cx="3860800" cy="36449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ctr">
              <a:defRPr sz="1200" cap="none"/>
            </a:lvl1pPr>
          </a:lstStyle>
          <a:p>
            <a:pPr/>
            <a:r>
              <a:t/>
            </a:r>
          </a:p>
        </p:txBody>
      </p:sp>
      <p:sp>
        <p:nvSpPr>
          <p:cNvPr id="6" name="SlideNumberArea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LIAs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DUAABsnAABARwAAWSkAABAAAAAmAAAACAAAAP//////////"/>
              </a:ext>
            </a:extLst>
          </p:cNvSpPr>
          <p:nvPr>
            <p:ph type="sldNum" sz="quarter" idx="4"/>
          </p:nvPr>
        </p:nvSpPr>
        <p:spPr>
          <a:xfrm>
            <a:off x="8737600" y="6356985"/>
            <a:ext cx="2844800" cy="364490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  <a:effectLst/>
        </p:spPr>
        <p:txBody>
          <a:bodyPr vert="horz" wrap="square" numCol="1" spcCol="215900" anchor="ctr">
            <a:prstTxWarp prst="textNoShape">
              <a:avLst/>
            </a:prstTxWarp>
          </a:bodyPr>
          <a:lstStyle>
            <a:lvl1pPr algn="r">
              <a:defRPr sz="1200" cap="none"/>
            </a:lvl1pPr>
          </a:lstStyle>
          <a:p>
            <a:pPr/>
            <a:fld id="{759E8480-CE98-CB72-D626-3827CA68206D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sldNum="0" hdr="0" ftr="0" dt="0"/>
  <p:txStyles>
    <p:titleStyle>
      <a:lvl1pPr marL="0" marR="0" indent="0" algn="ctr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titleStyle>
    <p:bodyStyle>
      <a:lvl1pPr marL="342900" marR="0" indent="-3429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1143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20574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Calibri" pitchFamily="2" charset="0"/>
          <a:ea typeface="SimSun" pitchFamily="0" charset="0"/>
          <a:cs typeface="Times New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Title1"/>
          <p:cNvSpPr>
            <a:spLocks noGrp="1" noChangeArrowheads="1"/>
            <a:extLst>
              <a:ext uri="smNativeData">
                <pr:smNativeData xmlns:pr="smNativeData" xmlns="smNativeData" val="SMDATA_15_3vxJahMAAAAlAAAAZAAAAA8BAAAAkAAAAEgAAACQAAAASAAAAAAAAAABAAAAAAAAAAEAAABQAAAAAAAAAAAA4D8AAAAAAADgPwAAAAAAAOA/AAAAAAAA4D8AAAAAAADgPwAAAAAAAOA/AAAAAAAA4D8AAAAAAADgPwAAAAAAAOA/AAAAAAAA4D8CAAAAjAAAAAEAAAAAAAAAmcz/DP///whG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AAAAAAAAAAABAAAAf39/AAEAAABkAAAAAAAAABQAAABAHwAAAAAAACYAAAAAAAAAwOD//wAAAAAmAAAAZAAAABYAAABMAAAAAAAAAAAAAAAEAAAAAAAAAAEAAACAgIA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mcz/Bf///wEAAAAAAAAAAAAAAAAAAAAAAAAAAAAAAAAAAAAAAAAAAP///wJ/f38AgICAA8zMzADAwP8Af39/AAAAAAAAAAAAAAAAAAAAAAAAAAAAIQAAABgAAAAUAAAAwAMAALABAABARwAAuAgAAAAAAAAmAAAACAAAAAEAAAAAAAAA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43000"/>
          </a:xfrm>
        </p:spPr>
        <p:txBody>
          <a:bodyPr/>
          <a:lstStyle/>
          <a:p>
            <a:pPr>
              <a:defRPr cap="none">
                <a:solidFill>
                  <a:srgbClr val="FFFF00"/>
                </a:solidFill>
              </a:defRPr>
            </a:pPr>
            <a:r>
              <a:t>PROJECT 3 OUTPUT</a:t>
            </a:r>
          </a:p>
        </p:txBody>
      </p:sp>
      <p:pic>
        <p:nvPicPr>
          <p:cNvPr id="3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gPa4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AAAAAAPDQAAAEsAAFUQ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2805"/>
            <a:ext cx="12192000" cy="5321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4" name="Picture2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gPa4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BsLAABsEwAAxUEAAJQa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1805305" y="3157220"/>
            <a:ext cx="8886190" cy="116332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mvsE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GMIAADEAQAAHkIAAM4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363345" y="287020"/>
            <a:ext cx="9384665" cy="618363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fHx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GoEAADbBAAApEcAANQ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717550" y="789305"/>
            <a:ext cx="10928350" cy="568515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DwCeAF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O0IAABqBAAAAUAAAFg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50975" y="717550"/>
            <a:ext cx="8953500" cy="600329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s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PIHAABMAwAAcEMAACcp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291590" y="535940"/>
            <a:ext cx="9671050" cy="61537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gPa4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GUFAABPAwAAiUMAAEkn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76935" y="537845"/>
            <a:ext cx="10101580" cy="58483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gPa4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BcDAAAFBgAAh0YAABQ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" y="978535"/>
            <a:ext cx="10962640" cy="5048885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gPa4B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BcDAAAuBgAAaUcAANAi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502285" y="1004570"/>
            <a:ext cx="11106150" cy="465455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CwTeAF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L8CAABMBQAAZEgAAC4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46405" y="861060"/>
            <a:ext cx="11321415" cy="51828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1"/>
          <p:cNvPicPr>
            <a:picLocks noChangeAspect="1"/>
            <a:extLst>
              <a:ext uri="smNativeData">
                <pr:smNativeData xmlns:pr="smNativeData" xmlns="smNativeData" val="SMDATA_17_3vxJahMAAAAlAAAAEQAAAC8BAAAAkAAAAEgAAACQAAAASAAAAAAAAAAAAAAAAAAAAAEAAABQAAAAAAAAAAAA4D8AAAAAAADgPwAAAAAAAOA/AAAAAAAA4D8AAAAAAADgPwAAAAAAAOA/AAAAAAAA4D8AAAAAAADgPwAAAAAAAOA/AAAAAAAA4D8CAAAAjAAAAAAAAAAAAAAAmcz/DP///wgAAAAAAAAAAAAAAAAAAAAAAAAAAAAAAAAAAAAAZAAAAAEAAABAAAAAAAAAAAAAAAAAAAAAAAAAAAAAAAAAAAAAAAAAAAAAAAAAAAAAAAAAAAAAAAAAAAAAAAAAAAAAAAAAAAAAAAAAAAAAAAAAAAAAAAAAAAAAAAAAAAAAFAAAADwAAAAAAAAAAAAAAP///wkUAAAAAQAAABQAAAAUAAAAFAAAAAEAAAAAAAAAZAAAAGQAAAAAAAAAZAAAAGQAAAAVAAAAYAAAAAAAAAAAAAAADwAAACADAAAAAAAAAAAAAAEAAACgMgAAVgcAAKr4//8BAAAAf39/AAEAAABkAAAAAAAAABQAAABAHwAAAAAAACYAAAAAAAAAwOD//wAAAAAmAAAAZAAAABYAAABMAAAAAAAAAAAAAAAEAAAAAAAAAAEAAACAgIA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JnM/wX///8BAAAAAAAAAAAAAAAAAAAAAAAAAAAAAAAAAAAAAAAAAAD///8Cf39/AICAgAPMzMwAwMD/AH9/fwAAAAAAAAAAAAAAAAD///8AAAAAACEAAAAYAAAAFAAAAB0JAAAAAAAAWUMAADAq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1481455" y="0"/>
            <a:ext cx="9466580" cy="685800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FFFFFF"/>
      </a:lt1>
      <a:dk2>
        <a:srgbClr val="225171"/>
      </a:dk2>
      <a:lt2>
        <a:srgbClr val="808080"/>
      </a:lt2>
      <a:accent1>
        <a:srgbClr val="99CCFF"/>
      </a:accent1>
      <a:accent2>
        <a:srgbClr val="CCCCFF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3333CC"/>
      </a:hlink>
      <a:folHlink>
        <a:srgbClr val="AF67FF"/>
      </a:folHlink>
    </a:clrScheme>
    <a:fontScheme name="Presentation">
      <a:majorFont>
        <a:latin typeface="Calibri"/>
        <a:ea typeface="SimSun"/>
        <a:cs typeface="Times New Roman"/>
      </a:majorFont>
      <a:minorFont>
        <a:latin typeface="Calibri"/>
        <a:ea typeface="SimSun"/>
        <a:cs typeface="Times New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261CA"/>
        </a:dk1>
        <a:lt1>
          <a:srgbClr val="000099"/>
        </a:lt1>
        <a:dk2>
          <a:srgbClr val="0261CA"/>
        </a:dk2>
        <a:lt2>
          <a:srgbClr val="003366"/>
        </a:lt2>
        <a:accent1>
          <a:srgbClr val="63BBDC"/>
        </a:accent1>
        <a:accent2>
          <a:srgbClr val="00B0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FFFFFF"/>
        </a:dk1>
        <a:lt1>
          <a:srgbClr val="FFFFFF"/>
        </a:lt1>
        <a:dk2>
          <a:srgbClr val="225171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YUVARAJ</cp:lastModifiedBy>
  <cp:revision>0</cp:revision>
  <dcterms:created xsi:type="dcterms:W3CDTF">2019-09-06T13:42:38Z</dcterms:created>
  <dcterms:modified xsi:type="dcterms:W3CDTF">2026-07-05T06:42:38Z</dcterms:modified>
</cp:coreProperties>
</file>